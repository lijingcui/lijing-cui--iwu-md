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Q8swbUFl36qS8uIakuJP8KdfT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c209004b5_0_103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ec209004b5_0_103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g3ec209004b5_0_10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ec209004b5_0_10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ec209004b5_0_1033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ec209004b5_0_1033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ec209004b5_0_103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ec209004b5_0_1041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g3ec209004b5_0_10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ec209004b5_0_10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ec209004b5_0_1041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ec209004b5_0_104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c209004b5_0_104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ec209004b5_0_104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g3ec209004b5_0_10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ec209004b5_0_10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ec209004b5_0_1047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ec209004b5_0_1047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ec209004b5_0_104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c209004b5_0_105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ec209004b5_0_105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g3ec209004b5_0_10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ec209004b5_0_10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ec209004b5_0_105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ec209004b5_0_105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ec209004b5_0_105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ec209004b5_0_105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c209004b5_0_106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ec209004b5_0_106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g3ec209004b5_0_10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ec209004b5_0_10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ec209004b5_0_1064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ec209004b5_0_106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c209004b5_0_1071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ec209004b5_0_1071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g3ec209004b5_0_10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ec209004b5_0_10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ec209004b5_0_1071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ec209004b5_0_1071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ec209004b5_0_107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ec209004b5_0_1079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g3ec209004b5_0_107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ec209004b5_0_107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ec209004b5_0_1079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ec209004b5_0_107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c209004b5_0_108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ec209004b5_0_108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g3ec209004b5_0_10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ec209004b5_0_10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ec209004b5_0_1085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ec209004b5_0_1085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ec209004b5_0_1085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ec209004b5_0_108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209004b5_0_1094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ec209004b5_0_109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ec209004b5_0_1097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g3ec209004b5_0_109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ec209004b5_0_109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ec209004b5_0_1097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ec209004b5_0_1097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ec209004b5_0_109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209004b5_0_110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c209004b5_0_1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ec209004b5_0_110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ec209004b5_0_110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ec209004b5_0_110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ec209004b5_0_110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c209004b5_0_10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ec209004b5_0_10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ec209004b5_0_102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AI (XAI) &amp; Its Importance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Challenges, Validation Metrics, and Industry Solutions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Lijing Cui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Jun 14 2026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in Explainability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models are highly complex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Black-box decision making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Tradeoff between accuracy and interpretability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Regulatory and legal requirements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&amp; Performance Metrics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 F1-Score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ROC-AUC and Calibration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Robustness and Reliability Testing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Explainability quality measures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Solutions &amp; Techniques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 (feature importance)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LIME (local explanations)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Decision Trees &amp; Rule-Based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Model Cards and AI Governance Frameworks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Adoption &amp; Future Trends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 diagnostic transparency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Financial risk assessment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Responsible Generative AI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Emerging AI regulations worldwide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