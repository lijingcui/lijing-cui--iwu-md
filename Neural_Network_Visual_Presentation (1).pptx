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q4zNXw0rG9Lom1W/SuZt7xo//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46a8c0318_0_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e46a8c0318_0_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g3e46a8c0318_0_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e46a8c0318_0_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e46a8c0318_0_4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3e46a8c0318_0_4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3e46a8c0318_0_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e46a8c0318_0_1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g3e46a8c0318_0_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e46a8c0318_0_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e46a8c0318_0_12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e46a8c0318_0_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46a8c0318_0_18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e46a8c0318_0_1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g3e46a8c0318_0_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e46a8c0318_0_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e46a8c0318_0_18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3e46a8c0318_0_18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e46a8c0318_0_1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46a8c0318_0_2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e46a8c0318_0_2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g3e46a8c0318_0_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e46a8c0318_0_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e46a8c0318_0_2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3e46a8c0318_0_26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3e46a8c0318_0_26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3e46a8c0318_0_2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46a8c0318_0_3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e46a8c0318_0_3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g3e46a8c0318_0_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e46a8c0318_0_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e46a8c0318_0_3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3e46a8c0318_0_3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46a8c0318_0_4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e46a8c0318_0_4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g3e46a8c0318_0_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e46a8c0318_0_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e46a8c0318_0_42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3e46a8c0318_0_42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e46a8c0318_0_4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e46a8c0318_0_50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g3e46a8c0318_0_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e46a8c0318_0_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e46a8c0318_0_50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e46a8c0318_0_5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46a8c0318_0_5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e46a8c0318_0_5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g3e46a8c0318_0_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e46a8c0318_0_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e46a8c0318_0_56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3e46a8c0318_0_56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3e46a8c0318_0_56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e46a8c0318_0_5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a8c0318_0_65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3e46a8c0318_0_6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e46a8c0318_0_6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g3e46a8c0318_0_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e46a8c0318_0_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e46a8c0318_0_68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e46a8c0318_0_68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e46a8c0318_0_6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6a8c0318_0_7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6a8c0318_0_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3e46a8c0318_0_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g3e46a8c0318_0_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e46a8c0318_0_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e46a8c0318_0_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46a8c0318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e46a8c0318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e46a8c0318_0_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Components and Architecture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Visual Presentation on Neural Networks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lijing cui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may 23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Neural Networks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 are machine learning systems inspired by the human brain. They process information using layers of connected neurons to identify patterns, make predictions, and solve complex problems.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Architecture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diagram shows how information flows through a neural network. The input layer receives data, hidden layers process information, and the output layer produces predictions.</a:t>
            </a:r>
            <a:endParaRPr/>
          </a:p>
        </p:txBody>
      </p:sp>
      <p:pic>
        <p:nvPicPr>
          <p:cNvPr descr="neural_network_diagram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28800"/>
            <a:ext cx="6400800" cy="35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Layers organize the structure of a neural network. The input layer receives information, hidden layers analyze patterns, and the output layer provides final results.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Neurons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Neurons are small processing units that receive inputs, perform calculations, apply activation functions, and send outputs to other neurons.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 determine the importance of connections between neurons. During training, the network adjusts weights to improve prediction accuracy.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 Functions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 functions help determine whether a neuron should pass information forward. Examples include ReLU, Sigmoid, and Tanh functions.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Functions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functions measure the difference between predicted and actual values. The objective of training is to minimize the loss.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Optimization Algorithms</a:t>
            </a:r>
            <a:endParaRPr/>
          </a:p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Optimization algorithms improve neural network performance by adjusting weights to reduce errors. Common algorithms include Gradient Descent and Adam.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Visualizing neural networks improves understanding of how AI systems process information. Learning about layers, neurons, weights, activation functions, loss functions, and optimization algorithms provides insight into modern machine learning.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