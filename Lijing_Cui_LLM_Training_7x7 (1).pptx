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oCrgtdgt5v3mAUZEtZh/pardb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Web</c:v>
                </c:pt>
                <c:pt idx="1">
                  <c:v>Books</c:v>
                </c:pt>
                <c:pt idx="2">
                  <c:v>Research</c:v>
                </c:pt>
                <c:pt idx="3">
                  <c:v>Code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Computing</c:v>
                </c:pt>
                <c:pt idx="1">
                  <c:v>Data</c:v>
                </c:pt>
                <c:pt idx="2">
                  <c:v>People</c:v>
                </c:pt>
                <c:pt idx="3">
                  <c:v>Infra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cc2edc725_0_13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ecc2edc725_0_13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g3ecc2edc725_0_1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ecc2edc725_0_1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ecc2edc725_0_135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ecc2edc725_0_135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ecc2edc725_0_13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ecc2edc725_0_14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g3ecc2edc725_0_1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ecc2edc725_0_1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ecc2edc725_0_14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ecc2edc725_0_14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cc2edc725_0_149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ecc2edc725_0_14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g3ecc2edc725_0_1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ecc2edc725_0_1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ecc2edc725_0_149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ecc2edc725_0_149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ecc2edc725_0_14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cc2edc725_0_15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ecc2edc725_0_15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g3ecc2edc725_0_1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ecc2edc725_0_1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ecc2edc725_0_157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ecc2edc725_0_157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ecc2edc725_0_157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ecc2edc725_0_15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cc2edc725_0_16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ecc2edc725_0_16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g3ecc2edc725_0_1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ecc2edc725_0_1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ecc2edc725_0_16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ecc2edc725_0_16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cc2edc725_0_17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ecc2edc725_0_17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g3ecc2edc725_0_1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ecc2edc725_0_1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ecc2edc725_0_173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ecc2edc725_0_173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ecc2edc725_0_17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ecc2edc725_0_18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g3ecc2edc725_0_1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ecc2edc725_0_1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ecc2edc725_0_181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ecc2edc725_0_18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cc2edc725_0_187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ecc2edc725_0_18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g3ecc2edc725_0_18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ecc2edc725_0_18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ecc2edc725_0_187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ecc2edc725_0_187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ecc2edc725_0_187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ecc2edc725_0_18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c2edc725_0_196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ecc2edc725_0_19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ecc2edc725_0_199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g3ecc2edc725_0_19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ecc2edc725_0_19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ecc2edc725_0_199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ecc2edc725_0_199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ecc2edc725_0_19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c2edc725_0_20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cc2edc725_0_2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ecc2edc725_0_20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ecc2edc725_0_20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ecc2edc725_0_20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ecc2edc725_0_20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cc2edc725_0_1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ecc2edc725_0_1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ecc2edc725_0_13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Generative AI LLMs</a:t>
            </a:r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Author: Lijing Cui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training lifecycle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Resources and costs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AI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to deployment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impact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LLMs?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human-like text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from massive datasets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coding tasks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questions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 languages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AI assistants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Process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raw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 and filter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Tokenize text inputs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neural network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 performance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to users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Books and journals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papers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datasets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Licensed content</a:t>
            </a:r>
            <a:endParaRPr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4921800" y="2366575"/>
          <a:ext cx="2743200" cy="2286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Tokenization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text into tokens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words to IDs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complexity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model learning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efficiency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predictions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 Resources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Thousands of GPUs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High-performance clusters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storage systems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networking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infrastructure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Massive parallel processing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and Time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lasts months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Millions of kWh used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computation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Cooling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operational cost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impact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Costs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 costs millions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dominates spending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 costs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staff expenses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maintenance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Ongoing optimization</a:t>
            </a:r>
            <a:endParaRPr/>
          </a:p>
        </p:txBody>
      </p:sp>
      <p:graphicFrame>
        <p:nvGraphicFramePr>
          <p:cNvPr id="137" name="Google Shape;137;p8"/>
          <p:cNvGraphicFramePr/>
          <p:nvPr/>
        </p:nvGraphicFramePr>
        <p:xfrm>
          <a:off x="5610775" y="2854150"/>
          <a:ext cx="2743200" cy="2286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 through APIs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chatbots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applications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performance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globally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drives quality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 drives learning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Costs remain significant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Tuning improves accuracy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creates value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growth continues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